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Étapes</c:v>
                </c:pt>
              </c:strCache>
            </c:strRef>
          </c:tx>
          <c:spPr>
            <a:solidFill>
              <a:srgbClr val="A876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0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zero</c:v>
                  </c:pt>
                  <c:pt idx="1">
                    <c:v>deux</c:v>
                  </c:pt>
                  <c:pt idx="2">
                    <c:v>un</c:v>
                  </c:pt>
                  <c:pt idx="3">
                    <c:v>trois</c:v>
                  </c:pt>
                  <c:pt idx="4">
                    <c:v>quatre</c:v>
                  </c:pt>
                  <c:pt idx="5">
                    <c:v>hormiguera</c:v>
                  </c:pt>
                  <c:pt idx="6">
                    <c:v>cinq</c:v>
                  </c:pt>
                  <c:pt idx="7">
                    <c:v>3D</c:v>
                  </c:pt>
                  <c:pt idx="8">
                    <c:v>at-ant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1</c:v>
                </c:pt>
                <c:pt idx="2">
                  <c:v>7</c:v>
                </c:pt>
                <c:pt idx="3">
                  <c:v>7</c:v>
                </c:pt>
                <c:pt idx="4">
                  <c:v>9</c:v>
                </c:pt>
                <c:pt idx="5">
                  <c:v>9</c:v>
                </c:pt>
                <c:pt idx="6">
                  <c:v>17</c:v>
                </c:pt>
                <c:pt idx="7">
                  <c:v>28</c:v>
                </c:pt>
                <c:pt idx="8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A20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E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822960" cy="822960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3" name="Image 0" descr="icons_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7388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VIE DE FOURMI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Algorithmique de graphes appliquée au déplacement d'une colonie de fourmis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8FBF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— B3 IA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NetworkX · BFS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fourmilière, un graphe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77840" cy="914400"/>
          </a:xfrm>
          <a:prstGeom prst="rect">
            <a:avLst/>
          </a:prstGeom>
          <a:solidFill>
            <a:srgbClr val="F2ECE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Vestibule → Dortoir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fourmis partent de l'entrée, doivent rejoindre le fond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577840" cy="914400"/>
          </a:xfrm>
          <a:prstGeom prst="rect">
            <a:avLst/>
          </a:prstGeom>
          <a:solidFill>
            <a:srgbClr val="F2ECE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620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limitée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22783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seule fourmi par salle (sauf capacité précisée)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577840" cy="914400"/>
          </a:xfrm>
          <a:prstGeom prst="rect">
            <a:avLst/>
          </a:prstGeom>
          <a:solidFill>
            <a:srgbClr val="F2ECE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13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coup par étape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27939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ou avancer vers une salle voisine libre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5577840" cy="914400"/>
          </a:xfrm>
          <a:prstGeom prst="rect">
            <a:avLst/>
          </a:prstGeom>
          <a:solidFill>
            <a:srgbClr val="F2ECE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9651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533095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d'étapes pour que toute la colonie arrive</a:t>
            </a:r>
            <a:endParaRPr lang="en-US" sz="1200" dirty="0"/>
          </a:p>
        </p:txBody>
      </p:sp>
      <p:pic>
        <p:nvPicPr>
          <p:cNvPr id="16" name="Image 0" descr="images/fourmiliere_zero_stru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1417320"/>
            <a:ext cx="5120640" cy="42062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92240" y="5669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cas simple (4 salles)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uneviedefourmi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Modélisation en graphe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3D2B1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6" name="Image 0" descr="icons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211775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capacité, salles voisines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3D2B1F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057400"/>
            <a:ext cx="502920" cy="502920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11" name="Image 1" descr="icons_grap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070" y="211775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17720" y="3108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identifiant, salle actuelle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8288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3D2B1F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057400"/>
            <a:ext cx="502920" cy="502920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16" name="Image 2" descr="icons_grap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0" y="211775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AntHill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458200" y="3108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complet + résolution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NetworkX — orange = vestibule / dortoir (capacité illimitée)</a:t>
            </a:r>
            <a:endParaRPr lang="en-US" sz="1300" dirty="0"/>
          </a:p>
        </p:txBody>
      </p:sp>
      <p:pic>
        <p:nvPicPr>
          <p:cNvPr id="20" name="Image 3" descr="images/fourmiliere_quatre_structur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09160" y="4434840"/>
            <a:ext cx="2743200" cy="23317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uneviedefourmi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— distance au dortoir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A8763E"/>
          </a:solidFill>
          <a:ln/>
        </p:spPr>
      </p:sp>
      <p:pic>
        <p:nvPicPr>
          <p:cNvPr id="5" name="Image 0" descr="icons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19860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en largeur, partant du dortoir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80160" y="2770632"/>
            <a:ext cx="109728" cy="109728"/>
          </a:xfrm>
          <a:prstGeom prst="ellipse">
            <a:avLst/>
          </a:prstGeom>
          <a:solidFill>
            <a:srgbClr val="8FBF5F"/>
          </a:solidFill>
          <a:ln/>
        </p:spPr>
      </p:sp>
      <p:sp>
        <p:nvSpPr>
          <p:cNvPr id="8" name="Text 5"/>
          <p:cNvSpPr/>
          <p:nvPr/>
        </p:nvSpPr>
        <p:spPr>
          <a:xfrm>
            <a:off x="155448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0 : dortoir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280160" y="3227832"/>
            <a:ext cx="109728" cy="109728"/>
          </a:xfrm>
          <a:prstGeom prst="ellipse">
            <a:avLst/>
          </a:prstGeom>
          <a:solidFill>
            <a:srgbClr val="8FBF5F"/>
          </a:solidFill>
          <a:ln/>
        </p:spPr>
      </p:sp>
      <p:sp>
        <p:nvSpPr>
          <p:cNvPr id="10" name="Text 7"/>
          <p:cNvSpPr/>
          <p:nvPr/>
        </p:nvSpPr>
        <p:spPr>
          <a:xfrm>
            <a:off x="1554480" y="3154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1 : salles voisines directes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280160" y="3685032"/>
            <a:ext cx="109728" cy="109728"/>
          </a:xfrm>
          <a:prstGeom prst="ellipse">
            <a:avLst/>
          </a:prstGeom>
          <a:solidFill>
            <a:srgbClr val="8FBF5F"/>
          </a:solidFill>
          <a:ln/>
        </p:spPr>
      </p:sp>
      <p:sp>
        <p:nvSpPr>
          <p:cNvPr id="12" name="Text 9"/>
          <p:cNvSpPr/>
          <p:nvPr/>
        </p:nvSpPr>
        <p:spPr>
          <a:xfrm>
            <a:off x="155448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2, 3... : de proche en proche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280160" y="429768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2ECE3"/>
          </a:solidFill>
          <a:ln/>
        </p:spPr>
      </p:sp>
      <p:sp>
        <p:nvSpPr>
          <p:cNvPr id="14" name="Text 11"/>
          <p:cNvSpPr/>
          <p:nvPr/>
        </p:nvSpPr>
        <p:spPr>
          <a:xfrm>
            <a:off x="1463040" y="437083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depuis le dortoir ? </a:t>
            </a:r>
            <a:pPr indent="0" marL="0">
              <a:buNone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fourmi n'a qu'à comparer les distances de ses voisines</a:t>
            </a:r>
            <a:endParaRPr lang="en-US" sz="1250" dirty="0"/>
          </a:p>
        </p:txBody>
      </p:sp>
      <p:pic>
        <p:nvPicPr>
          <p:cNvPr id="15" name="Image 1" descr="images/fourmiliere_trois_structu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23760" y="1737360"/>
            <a:ext cx="4480560" cy="3931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uneviedefourmi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L'algorithme de résolution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8FBF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470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0" y="184708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fourmis en attente par distance croissante au dortoir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8FBF5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715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00400" y="271576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plus proches du dortoir avancent en premier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8FBF5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5844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00400" y="358444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voisine libre → avancer, sinon attendre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8FBF5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4531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00400" y="445312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ce que toute la colonie soit au dortoir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412480" y="182880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2E2016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0" y="2103120"/>
            <a:ext cx="457200" cy="457200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22" name="Image 0" descr="icons_prio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4" y="2157984"/>
            <a:ext cx="347472" cy="34747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68680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de l'algo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686800" y="310896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fourmi qui avance libère sa salle immédiatement — la suivante peut en profiter dans la même étape.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uneviedefourmi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fourmis en mouvement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92640" y="502920"/>
            <a:ext cx="502920" cy="502920"/>
          </a:xfrm>
          <a:prstGeom prst="ellipse">
            <a:avLst/>
          </a:prstGeom>
          <a:solidFill>
            <a:srgbClr val="A8763E"/>
          </a:solidFill>
          <a:ln/>
        </p:spPr>
      </p:sp>
      <p:pic>
        <p:nvPicPr>
          <p:cNvPr id="5" name="Image 0" descr="icons_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990" y="563270"/>
            <a:ext cx="382219" cy="382219"/>
          </a:xfrm>
          <a:prstGeom prst="rect">
            <a:avLst/>
          </a:prstGeom>
        </p:spPr>
      </p:pic>
      <p:pic>
        <p:nvPicPr>
          <p:cNvPr id="6" name="Image 1" descr="images/fourmiliere_quatre_animation.gif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23160" y="1600200"/>
            <a:ext cx="7315200" cy="4846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fourmiliere_quatre — 10 fourmis, 9 étapes (GIF animé en mode diaporama)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Étapes nécessaires, par fourmilière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uneviedefourmi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À L'ÉCHELLE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graphes plus complexes</a:t>
            </a:r>
            <a:endParaRPr lang="en-US" sz="3200" dirty="0"/>
          </a:p>
        </p:txBody>
      </p:sp>
      <p:pic>
        <p:nvPicPr>
          <p:cNvPr id="4" name="Image 0" descr="images/fourmiliere_cinq_stru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5394960" cy="4480560"/>
          </a:xfrm>
          <a:prstGeom prst="rect">
            <a:avLst/>
          </a:prstGeom>
        </p:spPr>
      </p:pic>
      <p:pic>
        <p:nvPicPr>
          <p:cNvPr id="5" name="Image 1" descr="images/fourmiliere_3D_structu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45920"/>
            <a:ext cx="5394960" cy="4480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172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fourmiliere_cinq — 50 fourmis, 16 salles, capacités variables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217920" y="6172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fourmiliere_3D — 50 fourmis, chemins multiples entrelacés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 CRITIQUE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&amp; pistes d'amélioration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2ECE3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A8763E"/>
          </a:solidFill>
          <a:ln/>
        </p:spPr>
      </p:sp>
      <p:pic>
        <p:nvPicPr>
          <p:cNvPr id="6" name="Image 0" descr="icons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22146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gloutonne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locale, salle par salle — correcte sur tous les cas testés, mais non prouvée optimale sur des graphes à chemins multiples très ramifiés.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3D2B1F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148840"/>
            <a:ext cx="548640" cy="548640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11" name="Image 1" descr="icons_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517" y="221467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d'amélioration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97180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plusieurs répartitions possibles entre chemins parallèles avant de figer une décision, plutôt qu'un choix glouton unique par salle.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uneviedefourmi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0" cy="640080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3" name="Image 0" descr="icons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50" y="71689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5544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651760"/>
            <a:ext cx="1335024" cy="502920"/>
          </a:xfrm>
          <a:prstGeom prst="roundRect">
            <a:avLst>
              <a:gd name="adj" fmla="val 50909"/>
            </a:avLst>
          </a:prstGeom>
          <a:solidFill>
            <a:srgbClr val="2E2016"/>
          </a:solidFill>
          <a:ln w="12700">
            <a:solidFill>
              <a:srgbClr val="8FBF5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265176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12264" y="2651760"/>
            <a:ext cx="859536" cy="502920"/>
          </a:xfrm>
          <a:prstGeom prst="roundRect">
            <a:avLst>
              <a:gd name="adj" fmla="val 50909"/>
            </a:avLst>
          </a:prstGeom>
          <a:solidFill>
            <a:srgbClr val="2E2016"/>
          </a:solidFill>
          <a:ln w="12700">
            <a:solidFill>
              <a:srgbClr val="8FBF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12264" y="2651760"/>
            <a:ext cx="859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0" y="2651760"/>
            <a:ext cx="2642616" cy="502920"/>
          </a:xfrm>
          <a:prstGeom prst="roundRect">
            <a:avLst>
              <a:gd name="adj" fmla="val 50909"/>
            </a:avLst>
          </a:prstGeom>
          <a:solidFill>
            <a:srgbClr val="2E2016"/>
          </a:solidFill>
          <a:ln w="12700">
            <a:solidFill>
              <a:srgbClr val="8FBF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2651760"/>
            <a:ext cx="2642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glouton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71616" y="2651760"/>
            <a:ext cx="1929384" cy="502920"/>
          </a:xfrm>
          <a:prstGeom prst="roundRect">
            <a:avLst>
              <a:gd name="adj" fmla="val 50909"/>
            </a:avLst>
          </a:prstGeom>
          <a:solidFill>
            <a:srgbClr val="2E2016"/>
          </a:solidFill>
          <a:ln w="12700">
            <a:solidFill>
              <a:srgbClr val="8FBF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71616" y="2651760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0" y="2651760"/>
            <a:ext cx="1216152" cy="502920"/>
          </a:xfrm>
          <a:prstGeom prst="roundRect">
            <a:avLst>
              <a:gd name="adj" fmla="val 50909"/>
            </a:avLst>
          </a:prstGeom>
          <a:solidFill>
            <a:srgbClr val="2E2016"/>
          </a:solidFill>
          <a:ln w="12700">
            <a:solidFill>
              <a:srgbClr val="8FBF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2651760"/>
            <a:ext cx="1216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74352" y="2651760"/>
            <a:ext cx="1453896" cy="502920"/>
          </a:xfrm>
          <a:prstGeom prst="roundRect">
            <a:avLst>
              <a:gd name="adj" fmla="val 50909"/>
            </a:avLst>
          </a:prstGeom>
          <a:solidFill>
            <a:srgbClr val="2E2016"/>
          </a:solidFill>
          <a:ln w="12700">
            <a:solidFill>
              <a:srgbClr val="8FBF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74352" y="265176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3657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une structure réelle en graphe, calculer des distances par BFS, puis synchroniser le déplacement de plusieurs agents sous contrainte de capacité.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A8763E"/>
          </a:solidFill>
          <a:ln/>
        </p:spPr>
      </p:sp>
      <p:pic>
        <p:nvPicPr>
          <p:cNvPr id="19" name="Image 1" descr="icons_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5175504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43000" y="51937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github.com/dina-yahiaoui/uneviedefourmi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2026-09-20T14:02:39Z</dcterms:created>
  <dcterms:modified xsi:type="dcterms:W3CDTF">2026-09-20T14:02:39Z</dcterms:modified>
</cp:coreProperties>
</file>